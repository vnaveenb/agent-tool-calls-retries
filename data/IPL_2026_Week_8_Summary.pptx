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Arial Black"/>
              </a:defRPr>
            </a:pPr>
            <a:r>
              <a:t>TATA IPL 2026: The Final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CF6F5"/>
                </a:solidFill>
                <a:latin typeface="Arial"/>
              </a:defRPr>
            </a:pPr>
            <a:r>
              <a:t>A summary of the thrilling conclusion to the league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>
                <a:solidFill>
                  <a:srgbClr val="2F3C7E"/>
                </a:solidFill>
                <a:latin typeface="Arial Black"/>
              </a:defRPr>
            </a:pPr>
            <a:r>
              <a:t>On The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Week 8 Overview: A summary of the final week's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71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The Playoff Picture: Eight teams battling for four coveted spots.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Key Match Highlight: CSK vs. Gujarat Titans at Chepauk.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257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Looking Ahead: Details on the first playoff showdown.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2F3C7E"/>
                </a:solidFill>
                <a:latin typeface="Arial Black"/>
              </a:defRPr>
            </a:pPr>
            <a:r>
              <a:t>Week 8 Rewind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latin typeface="Arial"/>
              </a:defRPr>
            </a:pPr>
            <a:r>
              <a:t>The final week of the IPL 2026 league stage, culminating around May 24th, was a period of high-stakes cricket. The official IPL website released its "Week 8 Rewind," summarizing the intense action as teams made their final push for the playoffs.</a:t>
            </a:r>
          </a:p>
          <a:p>
            <a:pPr>
              <a:lnSpc>
                <a:spcPct val="150000"/>
              </a:lnSpc>
              <a:defRPr sz="1800">
                <a:latin typeface="Arial"/>
              </a:defRPr>
            </a:pPr>
            <a:r>
              <a:t>Key developments included the final league match for several teams and the official elimination of others, setting a clear picture of the contenders and the pretenders heading into the postseason.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800">
                <a:solidFill>
                  <a:srgbClr val="990011"/>
                </a:solidFill>
                <a:latin typeface="Arial"/>
              </a:rPr>
              <a:t>Source:</a:t>
            </a:r>
            <a:r>
              <a:rPr sz="1800">
                <a:solidFill>
                  <a:srgbClr val="1E1E1E"/>
                </a:solidFill>
                <a:latin typeface="Arial"/>
              </a:rPr>
              <a:t> Official iplt20.com "Week 8 Rewind"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990011"/>
                </a:solidFill>
                <a:latin typeface="Arial"/>
              </a:rPr>
              <a:t>Published:</a:t>
            </a:r>
            <a:r>
              <a:rPr sz="1800">
                <a:solidFill>
                  <a:srgbClr val="1E1E1E"/>
                </a:solidFill>
                <a:latin typeface="Arial"/>
              </a:rPr>
              <a:t> May 24, 2026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990011"/>
                </a:solidFill>
                <a:latin typeface="Arial"/>
              </a:rPr>
              <a:t>Stakes:</a:t>
            </a:r>
            <a:r>
              <a:rPr sz="1800">
                <a:solidFill>
                  <a:srgbClr val="1E1E1E"/>
                </a:solidFill>
                <a:latin typeface="Arial"/>
              </a:rPr>
              <a:t> Final playoff qualification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990011"/>
                </a:solidFill>
                <a:latin typeface="Arial"/>
              </a:rPr>
              <a:t>Atmosphere:</a:t>
            </a:r>
            <a:r>
              <a:rPr sz="1800">
                <a:solidFill>
                  <a:srgbClr val="1E1E1E"/>
                </a:solidFill>
                <a:latin typeface="Arial"/>
              </a:rPr>
              <a:t> Intense and decisive matches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2F3C7E"/>
                </a:solidFill>
                <a:latin typeface="Arial Black"/>
              </a:defRPr>
            </a:pPr>
            <a:r>
              <a:t>The Playoff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1E1E"/>
                </a:solidFill>
                <a:latin typeface="Arial"/>
              </a:defRPr>
            </a:pPr>
            <a:r>
              <a:t>An unprecedented eight teams remained in contention for four playoff spots during the final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6400"/>
                </a:solidFill>
                <a:latin typeface="Arial Black"/>
              </a:defRPr>
            </a:pPr>
            <a:r>
              <a:t>In the Hunt (8 Teams)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90011"/>
                </a:solidFill>
                <a:latin typeface="Arial Black"/>
              </a:defRPr>
            </a:pPr>
            <a:r>
              <a:t>Eliminated (2 Teams)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3657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Mumbai Indians</a:t>
            </a:r>
          </a:p>
          <a:p>
            <a:pPr>
              <a:defRPr sz="2000">
                <a:latin typeface="Arial"/>
              </a:defRPr>
            </a:pPr>
            <a:r>
              <a:t>Lucknow Super Giants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2F3C7E"/>
                </a:solidFill>
                <a:latin typeface="Arial Black"/>
              </a:defRPr>
            </a:pPr>
            <a:r>
              <a:t>Key Match: Chennai Super Kings vs. Gujarat Titans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5000"/>
              </a:lnSpc>
              <a:spcAft>
                <a:spcPts val="1800"/>
              </a:spcAft>
            </a:pPr>
            <a:r>
              <a:rPr b="1" sz="2200">
                <a:solidFill>
                  <a:srgbClr val="990011"/>
                </a:solidFill>
                <a:latin typeface="Arial"/>
              </a:rPr>
              <a:t>Date:</a:t>
            </a:r>
            <a:r>
              <a:rPr sz="2200">
                <a:solidFill>
                  <a:srgbClr val="1E1E1E"/>
                </a:solidFill>
                <a:latin typeface="Arial"/>
              </a:rPr>
              <a:t> May 21, 2026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b="1" sz="2200">
                <a:solidFill>
                  <a:srgbClr val="990011"/>
                </a:solidFill>
                <a:latin typeface="Arial"/>
              </a:rPr>
              <a:t>Venue:</a:t>
            </a:r>
            <a:r>
              <a:rPr sz="2200">
                <a:solidFill>
                  <a:srgbClr val="1E1E1E"/>
                </a:solidFill>
                <a:latin typeface="Arial"/>
              </a:rPr>
              <a:t> M. A. Chidambaram Stadium, Chepauk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b="1" sz="2200">
                <a:solidFill>
                  <a:srgbClr val="990011"/>
                </a:solidFill>
                <a:latin typeface="Arial"/>
              </a:rPr>
              <a:t>Significance:</a:t>
            </a:r>
            <a:r>
              <a:rPr sz="2200">
                <a:solidFill>
                  <a:srgbClr val="1E1E1E"/>
                </a:solidFill>
                <a:latin typeface="Arial"/>
              </a:rPr>
              <a:t> CSK's final and decisive league stage match.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b="1" sz="2200">
                <a:solidFill>
                  <a:srgbClr val="990011"/>
                </a:solidFill>
                <a:latin typeface="Arial"/>
              </a:rPr>
              <a:t>Context:</a:t>
            </a:r>
            <a:r>
              <a:rPr sz="2200">
                <a:solidFill>
                  <a:srgbClr val="1E1E1E"/>
                </a:solidFill>
                <a:latin typeface="Arial"/>
              </a:rPr>
              <a:t> A must-win game for Chennai to solidify their playoff chances amidst a tight race.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828800"/>
            <a:ext cx="5486400" cy="5486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  <a:latin typeface="Arial"/>
              </a:defRPr>
            </a:pPr>
            <a:r>
              <a:t>[Illustrative Image Placeholder]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2F3C7E"/>
                </a:solidFill>
                <a:latin typeface="Arial Black"/>
              </a:defRPr>
            </a:pPr>
            <a:r>
              <a:t>Looking Ahead: Qualifier 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91440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/>
          </a:p>
          <a:p>
            <a:pPr>
              <a:spcAft>
                <a:spcPts val="1800"/>
              </a:spcAft>
            </a:pPr>
            <a:r>
              <a:rPr b="1" sz="2400">
                <a:solidFill>
                  <a:srgbClr val="990011"/>
                </a:solidFill>
                <a:latin typeface="Arial"/>
              </a:rPr>
              <a:t>Match:</a:t>
            </a:r>
            <a:r>
              <a:rPr sz="2400">
                <a:solidFill>
                  <a:srgbClr val="1E1E1E"/>
                </a:solidFill>
                <a:latin typeface="Arial"/>
              </a:rPr>
              <a:t> Playoff - Qualifier 1</a:t>
            </a:r>
          </a:p>
          <a:p>
            <a:pPr>
              <a:spcAft>
                <a:spcPts val="1800"/>
              </a:spcAft>
            </a:pPr>
            <a:r>
              <a:rPr b="1" sz="2400">
                <a:solidFill>
                  <a:srgbClr val="990011"/>
                </a:solidFill>
                <a:latin typeface="Arial"/>
              </a:rPr>
              <a:t>Date:</a:t>
            </a:r>
            <a:r>
              <a:rPr sz="2400">
                <a:solidFill>
                  <a:srgbClr val="1E1E1E"/>
                </a:solidFill>
                <a:latin typeface="Arial"/>
              </a:rPr>
              <a:t> Tuesday, May 26, 2026</a:t>
            </a:r>
          </a:p>
          <a:p>
            <a:pPr>
              <a:spcAft>
                <a:spcPts val="1800"/>
              </a:spcAft>
            </a:pPr>
            <a:r>
              <a:rPr b="1" sz="2400">
                <a:solidFill>
                  <a:srgbClr val="990011"/>
                </a:solidFill>
                <a:latin typeface="Arial"/>
              </a:rPr>
              <a:t>Time:</a:t>
            </a:r>
            <a:r>
              <a:rPr sz="2400">
                <a:solidFill>
                  <a:srgbClr val="1E1E1E"/>
                </a:solidFill>
                <a:latin typeface="Arial"/>
              </a:rPr>
              <a:t> 7:30 pm IST</a:t>
            </a:r>
          </a:p>
          <a:p>
            <a:pPr>
              <a:spcAft>
                <a:spcPts val="1800"/>
              </a:spcAft>
            </a:pPr>
            <a:r>
              <a:rPr b="1" sz="2400">
                <a:solidFill>
                  <a:srgbClr val="990011"/>
                </a:solidFill>
                <a:latin typeface="Arial"/>
              </a:rPr>
              <a:t>Venue:</a:t>
            </a:r>
            <a:r>
              <a:rPr sz="2400">
                <a:solidFill>
                  <a:srgbClr val="1E1E1E"/>
                </a:solidFill>
                <a:latin typeface="Arial"/>
              </a:rPr>
              <a:t> HPCA Stadium, Dharamshala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>
                <a:solidFill>
                  <a:srgbClr val="FFFFFF"/>
                </a:solidFill>
                <a:latin typeface="Arial Black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