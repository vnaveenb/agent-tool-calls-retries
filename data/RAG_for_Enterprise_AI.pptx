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Retrieval-Augmented Generation (RAG) for Enterprise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Enhancing LLMs with Factual Accuracy and Context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08EC6"/>
                </a:solidFill>
              </a:defRPr>
            </a:pPr>
            <a:r>
              <a:t>What is Retrieval-Augmented Generation (RAG)?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212121"/>
                </a:solidFill>
              </a:rPr>
              <a:t>Large Language Models (LLMs) are powerful but have limitations: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Knowledge cutoff: Limited to data they were trained on.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Hallucinations: Can generate plausible but incorrect information.</a:t>
            </a:r>
          </a:p>
          <a:p>
            <a:pPr/>
            <a:r>
              <a:rPr sz="1800">
                <a:solidFill>
                  <a:srgbClr val="212121"/>
                </a:solidFill>
              </a:rPr>
              <a:t>RAG combines the generative power of LLMs with external, up-to-date knowledge sources.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Retrieves relevant information before generating a response.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Grounds the LLM's output in verified facts.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08EC6"/>
                </a:solidFill>
              </a:defRPr>
            </a:pPr>
            <a:r>
              <a:t>The RAG Architecture: A Two-Phase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rPr sz="1800">
                <a:solidFill>
                  <a:srgbClr val="212121"/>
                </a:solidFill>
              </a:rPr>
              <a:t>1. Retrieval Phase: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User query is embedded.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Relevant documents/chunks are retrieved from a vector database.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Contextual information is extracted.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800">
                <a:solidFill>
                  <a:srgbClr val="212121"/>
                </a:solidFill>
              </a:rPr>
              <a:t>2. Generation Phase: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Retrieved context and original query are fed to the LLM.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LLM generates a response based on the provided context.</a:t>
            </a:r>
          </a:p>
          <a:p>
            <a:pPr lvl="1"/>
            <a:r>
              <a:rPr sz="1800">
                <a:solidFill>
                  <a:srgbClr val="212121"/>
                </a:solidFill>
              </a:rPr>
              <a:t>•  Ensures responses are accurate, relevant, and up-to-date.</a:t>
            </a:r>
          </a:p>
        </p:txBody>
      </p:sp>
      <p:sp>
        <p:nvSpPr>
          <p:cNvPr id="5" name="Right Arrow 4"/>
          <p:cNvSpPr/>
          <p:nvPr/>
        </p:nvSpPr>
        <p:spPr>
          <a:xfrm>
            <a:off x="6858000" y="4114800"/>
            <a:ext cx="914400" cy="457200"/>
          </a:xfrm>
          <a:prstGeom prst="rightArrow">
            <a:avLst/>
          </a:prstGeom>
          <a:solidFill>
            <a:srgbClr val="408E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08EC6"/>
                </a:solidFill>
              </a:defRPr>
            </a:pPr>
            <a:r>
              <a:t>Key Benefits for Enterprise 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12121"/>
                </a:solidFill>
              </a:rPr>
              <a:t>•  Enhanced Accuracy: Reduces LLM hallucinations by grounding responses in factual data.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Up-to-Date Information: Accesses the latest enterprise data, bypassing LLM training cutoffs.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Data Privacy &amp; Security: Keeps sensitive enterprise data within secure boundaries, not exposed during LLM training.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Cost-Effectiveness: Avoids expensive and frequent retraining of large LLMs.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Explainability: Allows tracing the source documents used for generation, improving trust.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408EC6"/>
                </a:solidFill>
              </a:defRPr>
            </a:pPr>
            <a:r>
              <a:t>Practical Enterprise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rPr sz="1800">
                <a:solidFill>
                  <a:srgbClr val="212121"/>
                </a:solidFill>
              </a:rPr>
              <a:t>•  Customer Support Chatbots: Provide accurate answers from product manuals, FAQs, and support tickets.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Internal Knowledge Management: Empower employees with quick access to company policies, HR documents, and technical guides.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Legal &amp; Compliance: Summarize legal documents, answer compliance questions based on regulations and case law.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Healthcare &amp; Pharma: Assist medical professionals with patient data, research papers, and drug information.</a:t>
            </a:r>
          </a:p>
          <a:p>
            <a:pPr/>
            <a:r>
              <a:rPr sz="1800">
                <a:solidFill>
                  <a:srgbClr val="212121"/>
                </a:solidFill>
              </a:rPr>
              <a:t>•  Financial Analysis: Generate insights from financial reports, market data, and economic forecasts.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RAG: A Game Changer for Enterprise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Enabling Smarter, Safer, and More Reliable AI Applications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