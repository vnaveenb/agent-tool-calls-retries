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Retrieval-Augmented Generation (RAG)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Understanding the Power of RAG in LLMs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Retrieval-Augmented Generation (RAG)?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RAG is an AI framework that enhances the capabilities of Large Language Models (LLMs).</a:t>
            </a:r>
          </a:p>
          <a:p>
            <a:r>
              <a:t>It combines the strengths of information retrieval systems with generative AI models.</a:t>
            </a:r>
          </a:p>
          <a:p>
            <a:r>
              <a:t>The goal is to provide LLMs with access to up-to-date and domain-specific information, reducing hallucinations and improving factual accuracy.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RAG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1. Retrieval: When a query is made, a retriever component searches a knowledge base (e.g., documents, databases) for relevant information.</a:t>
            </a:r>
          </a:p>
          <a:p>
            <a:r>
              <a:t>2. Augmentation: The retrieved information is then provided as context to the LLM, alongside the original query.</a:t>
            </a:r>
          </a:p>
          <a:p>
            <a:r>
              <a:t>3. Generation: The LLM uses this augmented context to generate a more informed, accurate, and relevant response.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 of RAG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Reduced Hallucinations: LLMs are less likely to generate factually incorrect or nonsensical information.</a:t>
            </a:r>
          </a:p>
          <a:p>
            <a:r>
              <a:t>Improved Factual Accuracy: Responses are grounded in real, verifiable data from the knowledge base.</a:t>
            </a:r>
          </a:p>
          <a:p>
            <a:r>
              <a:t>Access to Up-to-Date Information: LLMs can leverage the latest information without needing to be retrained.</a:t>
            </a:r>
          </a:p>
          <a:p>
            <a:r>
              <a:t>Domain-Specific Knowledge: Enables LLMs to answer questions requiring specialized knowledge not present in their original training data.</a:t>
            </a:r>
          </a:p>
          <a:p>
            <a:r>
              <a:t>Transparency and Explainability: It's often possible to trace the source of the information used to generate a response.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